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3" r:id="rId7"/>
    <p:sldId id="268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67CB3-2809-41E9-B6B5-F38526842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C66D06-F42C-4B63-8B8B-D1209146D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E977B-B84A-4FA3-AE5A-D8CEBC99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4DC07D-F287-4171-9250-3D328EB4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8B889-663A-4011-90BB-9B583AB9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42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B3CC9-E3C6-4D44-ACD2-8D6C4B21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3E0452-BA93-4CF4-9A86-BBF7687E2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21290-8F47-481C-8594-DBC04F72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FFD8A1-A43E-487C-8033-6C03721A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3F0716-72D8-4A3A-9F50-03171C3B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08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00EEA-89B9-4D75-AFBE-6D5BCA14D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A64491-91E6-4A3B-95B1-4029700C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7BFAB9-5B5F-4952-9CBF-1B81674F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34F66-9C53-4842-B874-7139103E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28AEAF-1921-4AD6-8C43-97942FFF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77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83C03-7B73-4709-8833-AC01E6F3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193326-4ECB-480F-9F92-61DF76DB0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00555D-7F77-4428-8AF9-411CF2CC7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DCD669-1563-4D4C-84DD-DDEB7F111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DC5999-F66F-4B0A-878F-109F6C1A5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83794-6C58-4547-9E0C-40AD44419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66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C2BC6-1A8F-4053-8DE4-F8707703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4959C9-CC5D-40E1-8ABF-07ACA7F6E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A8C32B-1272-44F8-A323-17C781180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05FF3D-7944-4276-93E1-41F18D3CC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877917-1A33-45FF-9891-777452872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5DD02F-15FE-40B5-AB30-B867F1F0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2718BA-90BE-4122-AEE6-C790DD7EF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18AA36-D9FE-475C-9957-0B8F2085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79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90996-CB16-403A-91D6-1E08C89C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8B098A-874D-401B-8D93-1B02EE31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8CB905-21E4-460C-801B-B1970D56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C52D7B-7100-4B11-8B4F-286348B1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7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90C2E1-7718-4A29-9D92-1F0A3AFD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943D14-8EA5-4610-97A0-09A5F31B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FB614B-0D2A-4A94-8D4C-F32A4A23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31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3CAE7-B9B3-44B6-B196-CED14C620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FA99B0-5E61-4BE1-9171-EA58455BB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5C8B9D-912D-41CD-8352-D256C6434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E61A4-3569-4964-A7CB-3CC972F89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013857-55A4-4A35-A9C7-6C5B782C8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0BB19E-B00E-43C6-A4DF-C6DE6204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52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E0C44-97EA-4AF0-B8D0-FE84C5708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B2B66A-3520-43B7-8D73-39BBD8490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9FEA7F-B6CD-465C-9589-B7FA57A09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3B7D8B-3711-44A0-822E-F2762F0F9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7A6FEC-8CB9-46BD-B200-DC3571D0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92CFE4-3070-4A60-8640-0771F4CA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91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9BB08-DC78-4C39-8CA9-AA55134D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3FABC9-2919-4F17-8BF6-2D0270903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D712E-74C2-43E7-9E43-0CB9CD3D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DA6103-D82B-4A40-947C-4C619386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89893E-9587-4607-ACCD-0E3D3EF8E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1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721B65-A0BC-40F7-B229-54AC86149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BCDB25-91E7-4819-8467-2DF4EDA36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24E1F8-AE4E-46F6-9A75-C07A2A0DA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A52D2-7A6F-456F-944A-BE7EB374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052E0E-A665-4A06-8130-09327136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558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4720CD-0D0D-4D05-A797-812ED8142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4EEE50-53C4-4332-B559-698BC1259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81A3C-2B26-474C-A48A-67842E2AE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BE20B-652F-4DC8-91AD-A3A67BA2CC7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4A7CC5-14EE-425D-B420-B6FF06CC8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57735A-537D-4920-AA54-2A442D5EF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4A23F-D713-4EF9-A806-A6DE9B3ED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20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9ED13B4-C166-4C0C-97E6-E3BE07D34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199"/>
            <a:ext cx="12226987" cy="56557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2A6E2E-A58B-4DB5-B8DA-46CCF3D1A70F}"/>
              </a:ext>
            </a:extLst>
          </p:cNvPr>
          <p:cNvSpPr txBox="1"/>
          <p:nvPr/>
        </p:nvSpPr>
        <p:spPr>
          <a:xfrm>
            <a:off x="1312333" y="6265333"/>
            <a:ext cx="232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팀장 </a:t>
            </a:r>
            <a:r>
              <a:rPr lang="en-US" altLang="ko-KR" dirty="0"/>
              <a:t>: </a:t>
            </a:r>
            <a:r>
              <a:rPr lang="ko-KR" altLang="en-US" dirty="0" err="1"/>
              <a:t>메인함수</a:t>
            </a:r>
            <a:r>
              <a:rPr lang="ko-KR" altLang="en-US" dirty="0"/>
              <a:t> 수정</a:t>
            </a:r>
          </a:p>
        </p:txBody>
      </p:sp>
    </p:spTree>
    <p:extLst>
      <p:ext uri="{BB962C8B-B14F-4D97-AF65-F5344CB8AC3E}">
        <p14:creationId xmlns:p14="http://schemas.microsoft.com/office/powerpoint/2010/main" val="3181652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EBBC4A-3C47-4BFA-8697-636235BA8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26" y="160867"/>
            <a:ext cx="9384274" cy="52047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148165-9F9C-414A-8FF8-6F18776D954A}"/>
              </a:ext>
            </a:extLst>
          </p:cNvPr>
          <p:cNvSpPr txBox="1"/>
          <p:nvPr/>
        </p:nvSpPr>
        <p:spPr>
          <a:xfrm>
            <a:off x="1786467" y="5799667"/>
            <a:ext cx="4397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팀원</a:t>
            </a:r>
            <a:r>
              <a:rPr lang="en-US" altLang="ko-KR" dirty="0"/>
              <a:t>1: </a:t>
            </a:r>
            <a:r>
              <a:rPr lang="ko-KR" altLang="en-US" dirty="0" err="1"/>
              <a:t>브랜치</a:t>
            </a:r>
            <a:r>
              <a:rPr lang="ko-KR" altLang="en-US" dirty="0"/>
              <a:t> 생성 및</a:t>
            </a:r>
            <a:r>
              <a:rPr lang="en-US" altLang="ko-KR" dirty="0"/>
              <a:t> </a:t>
            </a:r>
            <a:r>
              <a:rPr lang="ko-KR" altLang="en-US" dirty="0"/>
              <a:t>나누기 기능 구현</a:t>
            </a:r>
          </a:p>
        </p:txBody>
      </p:sp>
    </p:spTree>
    <p:extLst>
      <p:ext uri="{BB962C8B-B14F-4D97-AF65-F5344CB8AC3E}">
        <p14:creationId xmlns:p14="http://schemas.microsoft.com/office/powerpoint/2010/main" val="261118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3DE16D-A038-48BB-9826-33E13C2D4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76" y="1037013"/>
            <a:ext cx="8640381" cy="22101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EBDE94-3FC4-4831-A76A-C38660F6E02A}"/>
              </a:ext>
            </a:extLst>
          </p:cNvPr>
          <p:cNvSpPr txBox="1"/>
          <p:nvPr/>
        </p:nvSpPr>
        <p:spPr>
          <a:xfrm>
            <a:off x="1786467" y="5799667"/>
            <a:ext cx="7545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팀원</a:t>
            </a:r>
            <a:r>
              <a:rPr lang="en-US" altLang="ko-KR" dirty="0"/>
              <a:t>1: </a:t>
            </a:r>
            <a:r>
              <a:rPr lang="ko-KR" altLang="en-US" dirty="0"/>
              <a:t>더하기 기능 추가 및 곱하기 기능</a:t>
            </a:r>
            <a:r>
              <a:rPr lang="en-US" altLang="ko-KR" dirty="0"/>
              <a:t>, </a:t>
            </a:r>
            <a:r>
              <a:rPr lang="ko-KR" altLang="en-US" dirty="0"/>
              <a:t>헤더파일 의도적 </a:t>
            </a:r>
            <a:r>
              <a:rPr lang="ko-KR" altLang="en-US" dirty="0" err="1"/>
              <a:t>충돌점</a:t>
            </a:r>
            <a:r>
              <a:rPr lang="ko-KR" altLang="en-US" dirty="0"/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1137800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B57777-9D68-43B5-95FB-B4A17D1DF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78" y="410982"/>
            <a:ext cx="8710489" cy="4177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ABF01F-8D9C-40C5-962D-9B6BF4C2EA49}"/>
              </a:ext>
            </a:extLst>
          </p:cNvPr>
          <p:cNvSpPr txBox="1"/>
          <p:nvPr/>
        </p:nvSpPr>
        <p:spPr>
          <a:xfrm>
            <a:off x="1972733" y="5554133"/>
            <a:ext cx="431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팀원</a:t>
            </a:r>
            <a:r>
              <a:rPr lang="en-US" altLang="ko-KR" dirty="0"/>
              <a:t>2: </a:t>
            </a:r>
            <a:r>
              <a:rPr lang="ko-KR" altLang="en-US" dirty="0" err="1"/>
              <a:t>브랜치</a:t>
            </a:r>
            <a:r>
              <a:rPr lang="ko-KR" altLang="en-US" dirty="0"/>
              <a:t> 생성 및 나누기 기능 구현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63693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58CCE4-5F7C-45D7-9572-F0141E0C5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75" y="713212"/>
            <a:ext cx="11064937" cy="4392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A1EDA3-2828-48AD-A6CA-4E500448D51F}"/>
              </a:ext>
            </a:extLst>
          </p:cNvPr>
          <p:cNvSpPr txBox="1"/>
          <p:nvPr/>
        </p:nvSpPr>
        <p:spPr>
          <a:xfrm>
            <a:off x="1515533" y="5825067"/>
            <a:ext cx="7545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팀원</a:t>
            </a:r>
            <a:r>
              <a:rPr lang="en-US" altLang="ko-KR" dirty="0"/>
              <a:t>2 : </a:t>
            </a:r>
            <a:r>
              <a:rPr lang="ko-KR" altLang="en-US" dirty="0"/>
              <a:t>곱하기 기능 구현 및 더하기 기능</a:t>
            </a:r>
            <a:r>
              <a:rPr lang="en-US" altLang="ko-KR" dirty="0"/>
              <a:t>, </a:t>
            </a:r>
            <a:r>
              <a:rPr lang="ko-KR" altLang="en-US" dirty="0"/>
              <a:t>헤더파일 의도적 </a:t>
            </a:r>
            <a:r>
              <a:rPr lang="ko-KR" altLang="en-US" dirty="0" err="1"/>
              <a:t>충돌점</a:t>
            </a:r>
            <a:r>
              <a:rPr lang="ko-KR" altLang="en-US" dirty="0"/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2071003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1512519-752B-45DF-A627-AFE315C0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029"/>
            <a:ext cx="10758990" cy="4738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07AF54-7D71-485F-8D60-547FC20261FA}"/>
              </a:ext>
            </a:extLst>
          </p:cNvPr>
          <p:cNvSpPr txBox="1"/>
          <p:nvPr/>
        </p:nvSpPr>
        <p:spPr>
          <a:xfrm>
            <a:off x="2133600" y="5816600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팀원</a:t>
            </a:r>
            <a:r>
              <a:rPr lang="en-US" altLang="ko-KR" dirty="0"/>
              <a:t>3: </a:t>
            </a:r>
            <a:r>
              <a:rPr lang="ko-KR" altLang="en-US" dirty="0"/>
              <a:t>나머지 기능 구현</a:t>
            </a:r>
          </a:p>
        </p:txBody>
      </p:sp>
    </p:spTree>
    <p:extLst>
      <p:ext uri="{BB962C8B-B14F-4D97-AF65-F5344CB8AC3E}">
        <p14:creationId xmlns:p14="http://schemas.microsoft.com/office/powerpoint/2010/main" val="149874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0E7F66-54B5-4D25-93BF-B91B1E16A123}"/>
              </a:ext>
            </a:extLst>
          </p:cNvPr>
          <p:cNvSpPr txBox="1"/>
          <p:nvPr/>
        </p:nvSpPr>
        <p:spPr>
          <a:xfrm>
            <a:off x="1134534" y="5816600"/>
            <a:ext cx="2953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팀장 </a:t>
            </a:r>
            <a:r>
              <a:rPr lang="en-US" altLang="ko-KR" dirty="0"/>
              <a:t>: </a:t>
            </a:r>
            <a:r>
              <a:rPr lang="ko-KR" altLang="en-US" dirty="0"/>
              <a:t>병합하여 충돌 수정</a:t>
            </a:r>
          </a:p>
        </p:txBody>
      </p:sp>
    </p:spTree>
    <p:extLst>
      <p:ext uri="{BB962C8B-B14F-4D97-AF65-F5344CB8AC3E}">
        <p14:creationId xmlns:p14="http://schemas.microsoft.com/office/powerpoint/2010/main" val="99699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12521C-DD72-4408-B2A2-3882651A7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98" y="1517551"/>
            <a:ext cx="9583070" cy="382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42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61</Words>
  <Application>Microsoft Office PowerPoint</Application>
  <PresentationFormat>와이드스크린</PresentationFormat>
  <Paragraphs>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4</cp:revision>
  <dcterms:created xsi:type="dcterms:W3CDTF">2026-06-04T05:52:35Z</dcterms:created>
  <dcterms:modified xsi:type="dcterms:W3CDTF">2026-06-04T06:30:29Z</dcterms:modified>
</cp:coreProperties>
</file>